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2E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REPORTING &amp; PROTECTION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Vimbiso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WhatsApp-first risk-triage tool that responds to a survivor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she reports — no waiting, no second report required.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/ Andela Hackathon  ·  Kenya Pilot  ·  Tendai Moyo &amp; Nnouka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crisis — and a live transparency failure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femicides documented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Kenya in 2025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Q1 2025 alone —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one a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1,069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killed,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2016–2025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0B2E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279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Kenyan government stopped publishing femicide data after March 2025.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F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just a severity statistic — it's a live, current trust and transparency failure. A survivor today has less official visibility into this crisis than a survivor had a year ago.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Heinrich Böll Foundation · Africa Uncensored / Africa Data Hub · UN Women · UNESCO. See docs/mvp-spec.md §0 for full citations.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 most pitches get wrong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BEA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first design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"matching-escrow" model: a survivor's report only became visible once a second, independent report named the same perpetrator.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on real evidence from Cameroon's femicide pattern — but real cases show a first report can be the last chance to help someone.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corroboration before responding is a fatal design flaw for a HIGH-risk case.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E3F6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corrected it to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Risk-triage first: every report runs through an 8-question screen based on documented lethality-risk factors.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HIGH-risk report triggers an immediate, automatic safety response — no second person, no waiting.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Pattern-matching across reports still exists — demoted to a non-urgent, consent-gated "Pattern Watch" feature, never the primary safety path.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pivot happened mid-build, prompted by stress-testing the original mechanism against real Cameroon evidence — see docs/ai-tool-usage-log.md, Phase 2.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report. One response. No waiting.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43000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on WhatsApp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 picks a language and reaches a 3-option menu — report, find help, know your rights.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649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959352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8-question risk screen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64992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Tappable Yes/No/Prefer-not-to-say buttons — never typed sensitive detail.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8134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75704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81344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Scored instantly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81344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override/threshold rule set — strangulation alone is an automatic HIGH override.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7696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976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response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safety plan + real hotline + counsellor-connect + trusted-contact alert, same handling cycle.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4FA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 this week: a real WhatsApp message through Twilio — backend and dashboard both deployed on Render — ran the full sequence end-to-end: safety plan, a real SMS that reached the on-call counsellor's phone, and the report showing correctly on the live dashboard.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the whole track — so privacy isn't a feature, it's the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508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legal-name field, anywhere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5087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trusted_contacts have no name/legal_name/id_number column — confirmed by direct schema inspection, not just design intent.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perpetrator is hashed, never named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5603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HMAC-SHA256, salted — a live audit searched every text column in every table and found zero raw text outside the intended hash.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11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cross-report action is consent-gated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6118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perpetrator_consent_given and wants_counsellor_connect default false — verified: no hash row, no SMS, unless the survivor explicitly said yes.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663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default, reversible only by lawful process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66344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Message-analysis logging pseudonymizes senders with a one-way hash no key can reverse — a separate, custodian-held key (never in normal app config) allows lawful re-identification via a standalone script, and every use is audit-logged. Built and verified end-to-end against a real database.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verified with real queries/end-to-end runs against a live database (docs/qa-sprint3-report.md; docs/backlog.md's LOG epic for the 4th).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coverage — stated exactly as built, not as planned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420624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005840"/>
                <a:gridCol w="6400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actually covered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user-facing string in the product.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Swahili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unreviewed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safety-critical HR-1 sequence + Pattern Watch consent. Everything else falls back to English.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unreviewed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safety-critical subset. Nnouka (native speaker, core team) has committed to reviewing 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Kinyarwanda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Architecture-only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supports adding these instantly — no content drafted yet; contingent on volunteer reviewers.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never claims more completeness than it has: content_strings carries its own tier column, and the code logs — and falls back to English — the instant a key is missing.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92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real row counts from a freshly migrated-and-seeded database, not an estimate — see README.md §Language coverage.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and what's honestly still simulated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0F3D4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state machine, risk scoring, and hashing — real code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test: a real WhatsApp message through Twilio, on the deployed Render backend, ran the full HIGH-risk flow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SQL-level verification of every dashboard query and a full privacy audit — now confirmed live on the deployed dashboard too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402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29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simulated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on-call counsellor is a single demo Twilio number, not a live HAK/1195 integration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masked-relay number — a survivor's real WhatsApp number is the identifier used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and French remain PARTIAL tier, AI-drafted, and unreviewed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accounting: docs/qa-sprint3-report.md and README.md §Real vs. simulated.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Kenya — a real comparison, not a default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Strongest, most current data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Kenya's crisis data is the most multi-sourced of the countries compared (Zimbabwe, Cameroon, Rwanda, Tanzania) — and the government's own publishing gap makes the transparency case immediate.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institution to hand off to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HAK/1195 is a dedicated, UN-backed, actively-promoted national toll-free GBV helpline — makes "connect me to a counsellor" credible, not aspirational.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actual hackathon community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(@KEN) is a real participating Andela chapter, alongside Cameroon (@CMR) and Rwanda (@RWA) — a concrete channel for translation reviewers, not cold outreach.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Honestly weighed against: Cameroon's data was the reason risk-triage became our core mechanism — but weak routing infrastructure there means Vimbiso, a “smart front door,” has no reliable door to stand in front of yet.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a team with lived, not theoretical, reach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4FA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Tendai Moyo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Harare-based civic-tech founder, native Shona speaker.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product and the original Zimbabwe-origin research that shaped the risk-triage design; drove the pitch, deck, video, and reviewer coordination.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4FA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Nnouka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860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Cameroonian, based at CMU Africa in Kigali, working with Andela. Fluent English / French / Pidgin.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92608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the French-language build and review as a native speaker and core team member — the same market whose femicide data corrected our core safety mechanism during development. Also coordinating a Kinyarwanda lead through Kigali networks.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is our hackathon pilot; Cameroon and Rwanda are named next-expansion targets — reflecting where our team already has real standing, not overclaimed pilot markets.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3F6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HAK/1195 handoff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774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past a demo on-call number to an actual integration agreement, so counsellor-connect is a real warm handoff, not a simulated one.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4FA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translation 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and French moved from PARTIAL/unreviewed to FULL/reviewed via @KEN and Nnouka's own review.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3F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Cameroon &amp; Rwanda expansion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5720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real institutional GBV-response partnerships exist to hand survivors off to — not before.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7947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4FA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USSD / low-bandwidth channel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~60% of Kenyans not yet online — reframed as inclusion, not the pitch's central differentiator.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report is enough.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Vimbiso responds the moment someone reaches out — with a real safety plan, a real hotline, and a real path to a counsellor. Built honestly: every claim in this deck is backed by real code, a real database, and a documented source.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github.com/[org]/vimbiso   ·   docs/qa-sprint3-report.md   ·   docs/mvp-spec.md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Vimbiso — Safety, Reporting &amp; Protection</dc:title>
  <dc:subject>PptxGenJS Presentation</dc:subject>
  <dc:creator>Vimbiso team</dc:creator>
  <cp:lastModifiedBy>Vimbiso team</cp:lastModifiedBy>
  <cp:revision>1</cp:revision>
  <dcterms:created xsi:type="dcterms:W3CDTF">2026-09-14T11:31:26Z</dcterms:created>
  <dcterms:modified xsi:type="dcterms:W3CDTF">2026-09-14T11:31:26Z</dcterms:modified>
</cp:coreProperties>
</file>